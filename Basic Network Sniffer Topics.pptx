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EEC3"/>
    <a:srgbClr val="9AC4BE"/>
    <a:srgbClr val="5D8EB7"/>
    <a:srgbClr val="034772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8A12BF-EF27-42F6-85DA-0780D466CD6D}" v="100" dt="2026-06-04T06:56:29.5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94660"/>
  </p:normalViewPr>
  <p:slideViewPr>
    <p:cSldViewPr snapToGrid="0">
      <p:cViewPr varScale="1">
        <p:scale>
          <a:sx n="77" d="100"/>
          <a:sy n="77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k Jilekha" userId="81e803322a090fd0" providerId="LiveId" clId="{D5C1DB5C-E3F6-4754-BDF2-A12EF8BDD5D0}"/>
    <pc:docChg chg="modSld">
      <pc:chgData name="Shaik Jilekha" userId="81e803322a090fd0" providerId="LiveId" clId="{D5C1DB5C-E3F6-4754-BDF2-A12EF8BDD5D0}" dt="2026-06-04T06:56:29.532" v="99"/>
      <pc:docMkLst>
        <pc:docMk/>
      </pc:docMkLst>
      <pc:sldChg chg="modSp">
        <pc:chgData name="Shaik Jilekha" userId="81e803322a090fd0" providerId="LiveId" clId="{D5C1DB5C-E3F6-4754-BDF2-A12EF8BDD5D0}" dt="2026-06-04T06:56:29.532" v="99"/>
        <pc:sldMkLst>
          <pc:docMk/>
          <pc:sldMk cId="1369409525" sldId="256"/>
        </pc:sldMkLst>
        <pc:picChg chg="mod">
          <ac:chgData name="Shaik Jilekha" userId="81e803322a090fd0" providerId="LiveId" clId="{D5C1DB5C-E3F6-4754-BDF2-A12EF8BDD5D0}" dt="2026-06-04T06:56:29.532" v="99"/>
          <ac:picMkLst>
            <pc:docMk/>
            <pc:sldMk cId="1369409525" sldId="256"/>
            <ac:picMk id="1028" creationId="{9C560D4B-8B97-2085-03E4-3B890972FFE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6B997-182F-4198-B218-D655F06D42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6BDEC8-0CDA-6C97-C35A-5C2FBF6601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0E203-C471-F2E3-A1DD-7A888F234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A6DAD-C160-48D9-8D9C-AFD3ACFAA194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98935-5136-38CB-7826-301EDB00B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D8815-E618-8827-754E-B1C5131EF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55744-CD1D-4D8B-BA50-80ACC920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3250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49C6E-C1CA-6AFF-D0AB-344BFDCD7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64DBE-73CE-53AA-D952-6B2BBA109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57DDF-34D4-E77D-4F73-0867B0045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A6DAD-C160-48D9-8D9C-AFD3ACFAA194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2F2A9-F18C-BC28-B1D6-153E8F6A9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D3C2B-501E-BF8A-01EF-7D0D76998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55744-CD1D-4D8B-BA50-80ACC920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6590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A11A7-56AE-121B-666A-98B688980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1A4A3C-4FCD-DB22-5DB2-77137227B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D74C9-32C4-016F-7010-53890E719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A6DAD-C160-48D9-8D9C-AFD3ACFAA194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2C3E3-BD42-D528-7CD4-34A75E11D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668FE-35DA-8D33-914D-A69709CF9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55744-CD1D-4D8B-BA50-80ACC920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455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2ED74-0E93-828C-5A55-FDB487D35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DCCBD-2986-4680-AD56-B8A325F1AF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AC97BE-6CBC-79C8-97D5-B096B9EBAF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6AAA3C-34A7-57E6-C2F8-811BBC62F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A6DAD-C160-48D9-8D9C-AFD3ACFAA194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81A0EF-9C20-BA2A-5353-E371169B4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1DD0B0-A564-63D5-E83E-968F7ABB0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55744-CD1D-4D8B-BA50-80ACC920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1942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63E7-2CA0-0F25-0BB6-2ED101B09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07B7D4-BC28-63B6-5C60-1923CDDA5A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713206-CE0A-07B6-E2D8-0412FFAB83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769793-C4A7-8C2A-D11A-C93B83AD25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BEE455-CFB4-4FF3-C77A-0299C913EC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97118B-4888-2705-A480-A026E33C7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A6DAD-C160-48D9-8D9C-AFD3ACFAA194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44DB37-7ADF-B83F-4196-1EEBA23F5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C4DD7D-6262-2E6A-C84B-EA51BB23E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55744-CD1D-4D8B-BA50-80ACC920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315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313D5-2B01-99AF-4964-957E8E7A0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0B3218-44D8-8E8F-3BFA-4C45E6EAA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A6DAD-C160-48D9-8D9C-AFD3ACFAA194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31F3CC-BE6C-92F8-162A-CB7DE5965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07C1CF-C4A9-1DDA-160F-69EBCBB8F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55744-CD1D-4D8B-BA50-80ACC920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7717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672971-5C60-BA98-2186-01FC50B8D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A6DAD-C160-48D9-8D9C-AFD3ACFAA194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4E71B0-2134-76AE-FD80-A28699C77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D3381B-5559-AC0D-86F4-C2C2E21B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55744-CD1D-4D8B-BA50-80ACC920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5567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CB374-C2D5-B014-DB14-8AB75B29F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83086-BDC4-6B59-B9FA-EBD6E3EB9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D31B2F-12E5-5CCC-C33E-FC1B549DF9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E74E20-96F9-A0E7-C206-E3364484D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A6DAD-C160-48D9-8D9C-AFD3ACFAA194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AA8400-7694-8846-8AED-8E514A5D4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A3C37-46ED-5E8B-95C9-020D97006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55744-CD1D-4D8B-BA50-80ACC920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741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CBA45-80F1-7E9D-1237-656E89CFC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09F5B1-8CDD-0E99-CA73-6D3C29D94E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80838-477B-1A7A-02D5-B95885CFA5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9F2243-4DE2-6CBC-EA78-68DCA90E2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A6DAD-C160-48D9-8D9C-AFD3ACFAA194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BDE05A-4605-CA58-9359-AD5CFAA44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64A9F5-34DB-AA47-CF9D-DF1F7A515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55744-CD1D-4D8B-BA50-80ACC920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7630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12971-D775-EFAF-481A-D93830E85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97A902-8AF7-03F7-7947-72607A501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28B0E-4B26-6FFC-B572-E338D8D04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A6DAD-C160-48D9-8D9C-AFD3ACFAA194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E8347-A779-7D44-FE62-9E1DDB4AC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BC421-77E6-4824-DC15-A029A6414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55744-CD1D-4D8B-BA50-80ACC920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7889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7C0DD9-780A-6377-FC4D-AE0D929A7F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9F4AAD-722F-AAA3-5F5A-4DBADC0ECE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41C34-D862-CD98-F2AB-D3AECC8E8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A6DAD-C160-48D9-8D9C-AFD3ACFAA194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C9BD8-C411-9FB0-2A8E-244F943A6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EE513-A857-6A86-714D-8C1432400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55744-CD1D-4D8B-BA50-80ACC920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8177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E0325C-3D75-14E7-B8F8-5C8A5A451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1BDB8A-86FB-3461-9D57-7EDB5C76E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306DDB-EA3A-2A87-0453-0AC3D9E238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A6DAD-C160-48D9-8D9C-AFD3ACFAA194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998F5-A309-67A9-550C-838B9F484B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FAAEB-2807-AD7E-8DA1-0FE486CD31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355744-CD1D-4D8B-BA50-80ACC920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5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What is a Sniffing Attack? — Definition by Techslang">
            <a:extLst>
              <a:ext uri="{FF2B5EF4-FFF2-40B4-BE49-F238E27FC236}">
                <a16:creationId xmlns:a16="http://schemas.microsoft.com/office/drawing/2014/main" id="{9C560D4B-8B97-2085-03E4-3B890972F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8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EF8501E-9DB7-8BF6-E291-1152291FD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4609" y="99391"/>
            <a:ext cx="9144000" cy="697189"/>
          </a:xfrm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rgbClr val="EDEEC3"/>
                </a:solidFill>
                <a:latin typeface="Algerian" panose="04020705040A02060702" pitchFamily="82" charset="0"/>
              </a:rPr>
              <a:t>Basic</a:t>
            </a:r>
            <a:r>
              <a:rPr lang="en-IN" sz="4400" dirty="0">
                <a:solidFill>
                  <a:srgbClr val="EDEEC3"/>
                </a:solidFill>
                <a:latin typeface="Algerian" panose="04020705040A02060702" pitchFamily="82" charset="0"/>
              </a:rPr>
              <a:t> </a:t>
            </a:r>
            <a:r>
              <a:rPr lang="en-IN" sz="4400" b="1" dirty="0">
                <a:solidFill>
                  <a:srgbClr val="EDEEC3"/>
                </a:solidFill>
                <a:latin typeface="Algerian" panose="04020705040A02060702" pitchFamily="82" charset="0"/>
              </a:rPr>
              <a:t>Network </a:t>
            </a:r>
            <a:r>
              <a:rPr lang="en-IN" sz="4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lgerian" panose="04020705040A02060702" pitchFamily="82" charset="0"/>
              </a:rPr>
              <a:t>Sniffer Topics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452468-D142-8D48-49E3-EC22F474A8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8018" y="1786834"/>
            <a:ext cx="9144000" cy="4080911"/>
          </a:xfrm>
        </p:spPr>
        <p:txBody>
          <a:bodyPr>
            <a:no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3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astellar" panose="020A0402060406010301" pitchFamily="18" charset="0"/>
              </a:rPr>
              <a:t>Packet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3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astellar" panose="020A0402060406010301" pitchFamily="18" charset="0"/>
              </a:rPr>
              <a:t>Packet Sniffing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3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astellar" panose="020A0402060406010301" pitchFamily="18" charset="0"/>
              </a:rPr>
              <a:t>MAC Address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3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astellar" panose="020A0402060406010301" pitchFamily="18" charset="0"/>
              </a:rPr>
              <a:t>IP Address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3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astellar" panose="020A0402060406010301" pitchFamily="18" charset="0"/>
              </a:rPr>
              <a:t>TCP &amp; UDP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3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astellar" panose="020A0402060406010301" pitchFamily="18" charset="0"/>
              </a:rPr>
              <a:t>DNS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IN" sz="3200" b="1" dirty="0">
              <a:solidFill>
                <a:schemeClr val="accent5">
                  <a:lumMod val="20000"/>
                  <a:lumOff val="80000"/>
                </a:schemeClr>
              </a:solidFill>
              <a:latin typeface="Castellar" panose="020A0402060406010301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9409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15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Algerian</vt:lpstr>
      <vt:lpstr>Arial</vt:lpstr>
      <vt:lpstr>Calibri</vt:lpstr>
      <vt:lpstr>Calibri Light</vt:lpstr>
      <vt:lpstr>Castellar</vt:lpstr>
      <vt:lpstr>Wingdings</vt:lpstr>
      <vt:lpstr>Office Theme</vt:lpstr>
      <vt:lpstr>Basic Network Sniffer Topics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Shaik Jilekha</dc:creator>
  <cp:lastModifiedBy>Shaik Jilekha</cp:lastModifiedBy>
  <cp:revision>1</cp:revision>
  <dcterms:created xsi:type="dcterms:W3CDTF">2026-06-04T06:42:18Z</dcterms:created>
  <dcterms:modified xsi:type="dcterms:W3CDTF">2026-06-04T06:56:37Z</dcterms:modified>
</cp:coreProperties>
</file>